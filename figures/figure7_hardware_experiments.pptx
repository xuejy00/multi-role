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</p:sldIdLst>
  <p:sldSz cx="5759450" cy="47879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5774"/>
    <a:srgbClr val="843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72699" y="1143000"/>
            <a:ext cx="3712602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1572840" y="1143000"/>
            <a:ext cx="3712320" cy="308592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575945" rtl="0" eaLnBrk="1" latinLnBrk="0" hangingPunct="1">
        <a:spcBef>
          <a:spcPct val="0"/>
        </a:spcBef>
        <a:buNone/>
        <a:defRPr sz="27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00" indent="-215900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2015" kern="1200">
          <a:solidFill>
            <a:schemeClr val="tx1"/>
          </a:solidFill>
          <a:latin typeface="+mn-lt"/>
          <a:ea typeface="+mn-ea"/>
          <a:cs typeface="+mn-cs"/>
        </a:defRPr>
      </a:lvl1pPr>
      <a:lvl2pPr marL="467995" indent="-179705" algn="l" defTabSz="575945" rtl="0" eaLnBrk="1" latinLnBrk="0" hangingPunct="1">
        <a:spcBef>
          <a:spcPts val="60"/>
        </a:spcBef>
        <a:buFont typeface="Arial" panose="020B0604020202020204" pitchFamily="34" charset="0"/>
        <a:buChar char="–"/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3pPr>
      <a:lvl4pPr marL="1007745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–"/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96035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»"/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58369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87198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447925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1pPr>
      <a:lvl2pPr marL="28829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2pPr>
      <a:lvl3pPr marL="57594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3pPr>
      <a:lvl4pPr marL="86423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4pPr>
      <a:lvl5pPr marL="115189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5pPr>
      <a:lvl6pPr marL="144018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6pPr>
      <a:lvl7pPr marL="172783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7pPr>
      <a:lvl8pPr marL="201612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8pPr>
      <a:lvl9pPr marL="230378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2.xml"/><Relationship Id="rId1" Type="http://schemas.openxmlformats.org/officeDocument/2006/relationships/image" Target="../media/image1.jpeg"/></Relationships>
</file>

<file path=ppt/slides/slide1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 name=""><p:spTree>
    <p:nvGrpSpPr><p:cNvPr id="1" name=""/><p:cNvGrpSpPr/><p:nvPr/></p:nvGrpSpPr>
    <p:grpSpPr/>
    
<p:sp>
  <p:nvSpPr><p:cNvPr id="10" name="Shape 10"/>
    <p:cNvSpPr/><p:nvPr/></p:nvSpPr>
  <p:spPr>
    <a:xfrm><a:off x="320040" y="164592"/><a:ext cx="11475720" cy="384048"/></a:xfrm>
    <a:prstGeom prst="rect"><a:avLst/></a:prstGeom>
    <a:ln w="635"><a:solidFill><a:srgbClr val="D0D5D9"/></a:solidFill></a:ln>
    <a:noFill/>
  </p:spPr>
  <p:txBody><a:bodyPr wrap="square" rtlCol="0" anchor="ctr"/>
    <a:lstStyle/><a:p><a:pPr algn="ctr"/><a:r><a:rPr lang="en-US" sz="2100" b="1"><a:solidFill><a:srgbClr val="20252A"/></a:solidFill><a:latin typeface="Arial"/></a:rPr><a:t>Figure 7  |  Hardware Experiments</a:t></a:r></a:p>
  </p:txBody>
</p:sp>

<p:sp>
  <p:nvSpPr><p:cNvPr id="11" name="Shape 11"/>
    <p:cNvSpPr/><p:nvPr/></p:nvSpPr>
  <p:spPr>
    <a:xfrm><a:off x="320040" y="1280160"/><a:ext cx="1417320" cy="320040"/></a:xfrm>
    <a:prstGeom prst="rect"><a:avLst/></a:prstGeom>
    <a:ln w="635"><a:solidFill><a:srgbClr val="D0D5D9"/></a:solidFill></a:ln>
    <a:noFill/>
  </p:spPr>
  <p:txBody><a:bodyPr wrap="square" rtlCol="0" anchor="ctr"/>
    <a:lstStyle/><a:p><a:pPr algn="ctr"/><a:r><a:rPr lang="en-US" sz="1100" b="1"><a:solidFill><a:srgbClr val="356FA8"/></a:solidFill><a:latin typeface="Arial"/></a:rPr><a:t>Normal execution</a:t></a:r></a:p>
  </p:txBody>
</p:sp>

<p:sp>
  <p:nvSpPr><p:cNvPr id="12" name="Shape 12"/>
    <p:cNvSpPr/><p:nvPr/></p:nvSpPr>
  <p:spPr>
    <a:xfrm><a:off x="1920240" y="777240"/><a:ext cx="1417320" cy="100584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950"><a:solidFill><a:srgbClr val="20252A"/></a:solidFill><a:latin typeface="Arial"/></a:rPr><a:t>t1</a:t></a:r></a:p><a:p><a:rPr lang="en-US" sz="950"><a:solidFill><a:srgbClr val="20252A"/></a:solidFill><a:latin typeface="Arial"/></a:rPr><a:t>schematic frame</a:t></a:r></a:p>
  </p:txBody>
</p:sp>

<p:sp>
  <p:nvSpPr><p:cNvPr id="13" name="Shape 13"/>
    <p:cNvSpPr/><p:nvPr/></p:nvSpPr>
  <p:spPr>
    <a:xfrm><a:off x="3749039" y="777240"/><a:ext cx="1417320" cy="100584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950"><a:solidFill><a:srgbClr val="20252A"/></a:solidFill><a:latin typeface="Arial"/></a:rPr><a:t>t2</a:t></a:r></a:p><a:p><a:rPr lang="en-US" sz="950"><a:solidFill><a:srgbClr val="20252A"/></a:solidFill><a:latin typeface="Arial"/></a:rPr><a:t>schematic frame</a:t></a:r></a:p>
  </p:txBody>
</p:sp>

<p:sp>
  <p:nvSpPr><p:cNvPr id="14" name="Shape 14"/>
    <p:cNvSpPr/><p:nvPr/></p:nvSpPr>
  <p:spPr>
    <a:xfrm><a:off x="5577840" y="777240"/><a:ext cx="1417320" cy="100584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950"><a:solidFill><a:srgbClr val="20252A"/></a:solidFill><a:latin typeface="Arial"/></a:rPr><a:t>t3</a:t></a:r></a:p><a:p><a:rPr lang="en-US" sz="950"><a:solidFill><a:srgbClr val="20252A"/></a:solidFill><a:latin typeface="Arial"/></a:rPr><a:t>schematic frame</a:t></a:r></a:p>
  </p:txBody>
</p:sp>

<p:sp>
  <p:nvSpPr><p:cNvPr id="15" name="Shape 15"/>
    <p:cNvSpPr/><p:nvPr/></p:nvSpPr>
  <p:spPr>
    <a:xfrm><a:off x="7406640" y="777240"/><a:ext cx="1417320" cy="100584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950"><a:solidFill><a:srgbClr val="20252A"/></a:solidFill><a:latin typeface="Arial"/></a:rPr><a:t>t4</a:t></a:r></a:p><a:p><a:rPr lang="en-US" sz="950"><a:solidFill><a:srgbClr val="20252A"/></a:solidFill><a:latin typeface="Arial"/></a:rPr><a:t>schematic frame</a:t></a:r></a:p>
  </p:txBody>
</p:sp>

<p:sp>
  <p:nvSpPr><p:cNvPr id="16" name="Shape 16"/>
    <p:cNvSpPr/><p:nvPr/></p:nvSpPr>
  <p:spPr>
    <a:xfrm><a:off x="9235440" y="777240"/><a:ext cx="1417320" cy="100584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950"><a:solidFill><a:srgbClr val="20252A"/></a:solidFill><a:latin typeface="Arial"/></a:rPr><a:t>t5</a:t></a:r></a:p><a:p><a:rPr lang="en-US" sz="950"><a:solidFill><a:srgbClr val="20252A"/></a:solidFill><a:latin typeface="Arial"/></a:rPr><a:t>schematic frame</a:t></a:r></a:p>
  </p:txBody>
</p:sp>

<p:sp>
  <p:nvSpPr><p:cNvPr id="17" name="Shape 17"/>
    <p:cNvSpPr/><p:nvPr/></p:nvSpPr>
  <p:spPr>
    <a:xfrm><a:off x="1920240" y="1856231"/><a:ext cx="8686800" cy="256032"/></a:xfrm>
    <a:prstGeom prst="rect"><a:avLst/></a:prstGeom>
    <a:ln w="635"><a:solidFill><a:srgbClr val="D0D5D9"/></a:solidFill></a:ln>
    <a:noFill/>
  </p:spPr>
  <p:txBody><a:bodyPr wrap="square" rtlCol="0" anchor="ctr"/>
    <a:lstStyle/><a:p><a:pPr algn="ctr"/><a:r><a:rPr lang="en-US" sz="900"><a:solidFill><a:srgbClr val="6B737A"/></a:solidFill><a:latin typeface="Arial"/></a:rPr><a:t>concurrent primitive execution and completion</a:t></a:r></a:p>
  </p:txBody>
</p:sp>

<p:sp>
  <p:nvSpPr><p:cNvPr id="18" name="Shape 18"/>
    <p:cNvSpPr/><p:nvPr/></p:nvSpPr>
  <p:spPr>
    <a:xfrm><a:off x="320040" y="2880360"/><a:ext cx="1417320" cy="320040"/></a:xfrm>
    <a:prstGeom prst="rect"><a:avLst/></a:prstGeom>
    <a:ln w="635"><a:solidFill><a:srgbClr val="D0D5D9"/></a:solidFill></a:ln>
    <a:noFill/>
  </p:spPr>
  <p:txBody><a:bodyPr wrap="square" rtlCol="0" anchor="ctr"/>
    <a:lstStyle/><a:p><a:pPr algn="ctr"/><a:r><a:rPr lang="en-US" sz="1100" b="1"><a:solidFill><a:srgbClr val="C47A36"/></a:solidFill><a:latin typeface="Arial"/></a:rPr><a:t>External disturbance</a:t></a:r></a:p>
  </p:txBody>
</p:sp>

<p:sp>
  <p:nvSpPr><p:cNvPr id="19" name="Shape 19"/>
    <p:cNvSpPr/><p:nvPr/></p:nvSpPr>
  <p:spPr>
    <a:xfrm><a:off x="1920240" y="2377440"/><a:ext cx="1417320" cy="100584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950"><a:solidFill><a:srgbClr val="20252A"/></a:solidFill><a:latin typeface="Arial"/></a:rPr><a:t>t1</a:t></a:r></a:p><a:p><a:rPr lang="en-US" sz="950"><a:solidFill><a:srgbClr val="20252A"/></a:solidFill><a:latin typeface="Arial"/></a:rPr><a:t>schematic frame</a:t></a:r></a:p>
  </p:txBody>
</p:sp>

<p:sp>
  <p:nvSpPr><p:cNvPr id="20" name="Shape 20"/>
    <p:cNvSpPr/><p:nvPr/></p:nvSpPr>
  <p:spPr>
    <a:xfrm><a:off x="3749039" y="2377440"/><a:ext cx="1417320" cy="100584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950"><a:solidFill><a:srgbClr val="20252A"/></a:solidFill><a:latin typeface="Arial"/></a:rPr><a:t>t2</a:t></a:r></a:p><a:p><a:rPr lang="en-US" sz="950"><a:solidFill><a:srgbClr val="20252A"/></a:solidFill><a:latin typeface="Arial"/></a:rPr><a:t>schematic frame</a:t></a:r></a:p>
  </p:txBody>
</p:sp>

<p:sp>
  <p:nvSpPr><p:cNvPr id="21" name="Shape 21"/>
    <p:cNvSpPr/><p:nvPr/></p:nvSpPr>
  <p:spPr>
    <a:xfrm><a:off x="5577840" y="2377440"/><a:ext cx="1417320" cy="100584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950"><a:solidFill><a:srgbClr val="20252A"/></a:solidFill><a:latin typeface="Arial"/></a:rPr><a:t>t3</a:t></a:r></a:p><a:p><a:rPr lang="en-US" sz="950"><a:solidFill><a:srgbClr val="20252A"/></a:solidFill><a:latin typeface="Arial"/></a:rPr><a:t>schematic frame</a:t></a:r></a:p>
  </p:txBody>
</p:sp>

<p:sp>
  <p:nvSpPr><p:cNvPr id="22" name="Shape 22"/>
    <p:cNvSpPr/><p:nvPr/></p:nvSpPr>
  <p:spPr>
    <a:xfrm><a:off x="7406640" y="2377440"/><a:ext cx="1417320" cy="100584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950"><a:solidFill><a:srgbClr val="20252A"/></a:solidFill><a:latin typeface="Arial"/></a:rPr><a:t>t4</a:t></a:r></a:p><a:p><a:rPr lang="en-US" sz="950"><a:solidFill><a:srgbClr val="20252A"/></a:solidFill><a:latin typeface="Arial"/></a:rPr><a:t>schematic frame</a:t></a:r></a:p>
  </p:txBody>
</p:sp>

<p:sp>
  <p:nvSpPr><p:cNvPr id="23" name="Shape 23"/>
    <p:cNvSpPr/><p:nvPr/></p:nvSpPr>
  <p:spPr>
    <a:xfrm><a:off x="9235440" y="2377440"/><a:ext cx="1417320" cy="100584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950"><a:solidFill><a:srgbClr val="20252A"/></a:solidFill><a:latin typeface="Arial"/></a:rPr><a:t>t5</a:t></a:r></a:p><a:p><a:rPr lang="en-US" sz="950"><a:solidFill><a:srgbClr val="20252A"/></a:solidFill><a:latin typeface="Arial"/></a:rPr><a:t>schematic frame</a:t></a:r></a:p>
  </p:txBody>
</p:sp>

<p:sp>
  <p:nvSpPr><p:cNvPr id="24" name="Shape 24"/>
    <p:cNvSpPr/><p:nvPr/></p:nvSpPr>
  <p:spPr>
    <a:xfrm><a:off x="1920240" y="3456432"/><a:ext cx="8686800" cy="256032"/></a:xfrm>
    <a:prstGeom prst="rect"><a:avLst/></a:prstGeom>
    <a:ln w="635"><a:solidFill><a:srgbClr val="D0D5D9"/></a:solidFill></a:ln>
    <a:noFill/>
  </p:spPr>
  <p:txBody><a:bodyPr wrap="square" rtlCol="0" anchor="ctr"/>
    <a:lstStyle/><a:p><a:pPr algn="ctr"/><a:r><a:rPr lang="en-US" sz="900"><a:solidFill><a:srgbClr val="6B737A"/></a:solidFill><a:latin typeface="Arial"/></a:rPr><a:t>disturbance and affected-scope revision</a:t></a:r></a:p>
  </p:txBody>
</p:sp>

<p:sp>
  <p:nvSpPr><p:cNvPr id="25" name="Shape 25"/>
    <p:cNvSpPr/><p:nvPr/></p:nvSpPr>
  <p:spPr>
    <a:xfrm><a:off x="320040" y="4480559"/><a:ext cx="1417320" cy="320040"/></a:xfrm>
    <a:prstGeom prst="rect"><a:avLst/></a:prstGeom>
    <a:ln w="635"><a:solidFill><a:srgbClr val="D0D5D9"/></a:solidFill></a:ln>
    <a:noFill/>
  </p:spPr>
  <p:txBody><a:bodyPr wrap="square" rtlCol="0" anchor="ctr"/>
    <a:lstStyle/><a:p><a:pPr algn="ctr"/><a:r><a:rPr lang="en-US" sz="1100" b="1"><a:solidFill><a:srgbClr val="B44747"/></a:solidFill><a:latin typeface="Arial"/></a:rPr><a:t>Task update</a:t></a:r></a:p>
  </p:txBody>
</p:sp>

<p:sp>
  <p:nvSpPr><p:cNvPr id="26" name="Shape 26"/>
    <p:cNvSpPr/><p:nvPr/></p:nvSpPr>
  <p:spPr>
    <a:xfrm><a:off x="1920240" y="3977639"/><a:ext cx="1417320" cy="100584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950"><a:solidFill><a:srgbClr val="20252A"/></a:solidFill><a:latin typeface="Arial"/></a:rPr><a:t>t1</a:t></a:r></a:p><a:p><a:rPr lang="en-US" sz="950"><a:solidFill><a:srgbClr val="20252A"/></a:solidFill><a:latin typeface="Arial"/></a:rPr><a:t>schematic frame</a:t></a:r></a:p>
  </p:txBody>
</p:sp>

<p:sp>
  <p:nvSpPr><p:cNvPr id="27" name="Shape 27"/>
    <p:cNvSpPr/><p:nvPr/></p:nvSpPr>
  <p:spPr>
    <a:xfrm><a:off x="3749039" y="3977639"/><a:ext cx="1417320" cy="100584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950"><a:solidFill><a:srgbClr val="20252A"/></a:solidFill><a:latin typeface="Arial"/></a:rPr><a:t>t2</a:t></a:r></a:p><a:p><a:rPr lang="en-US" sz="950"><a:solidFill><a:srgbClr val="20252A"/></a:solidFill><a:latin typeface="Arial"/></a:rPr><a:t>schematic frame</a:t></a:r></a:p>
  </p:txBody>
</p:sp>

<p:sp>
  <p:nvSpPr><p:cNvPr id="28" name="Shape 28"/>
    <p:cNvSpPr/><p:nvPr/></p:nvSpPr>
  <p:spPr>
    <a:xfrm><a:off x="5577840" y="3977639"/><a:ext cx="1417320" cy="100584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950"><a:solidFill><a:srgbClr val="20252A"/></a:solidFill><a:latin typeface="Arial"/></a:rPr><a:t>t3</a:t></a:r></a:p><a:p><a:rPr lang="en-US" sz="950"><a:solidFill><a:srgbClr val="20252A"/></a:solidFill><a:latin typeface="Arial"/></a:rPr><a:t>schematic frame</a:t></a:r></a:p>
  </p:txBody>
</p:sp>

<p:sp>
  <p:nvSpPr><p:cNvPr id="29" name="Shape 29"/>
    <p:cNvSpPr/><p:nvPr/></p:nvSpPr>
  <p:spPr>
    <a:xfrm><a:off x="7406640" y="3977639"/><a:ext cx="1417320" cy="100584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950"><a:solidFill><a:srgbClr val="20252A"/></a:solidFill><a:latin typeface="Arial"/></a:rPr><a:t>t4</a:t></a:r></a:p><a:p><a:rPr lang="en-US" sz="950"><a:solidFill><a:srgbClr val="20252A"/></a:solidFill><a:latin typeface="Arial"/></a:rPr><a:t>schematic frame</a:t></a:r></a:p>
  </p:txBody>
</p:sp>

<p:sp>
  <p:nvSpPr><p:cNvPr id="30" name="Shape 30"/>
    <p:cNvSpPr/><p:nvPr/></p:nvSpPr>
  <p:spPr>
    <a:xfrm><a:off x="9235440" y="3977639"/><a:ext cx="1417320" cy="100584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950"><a:solidFill><a:srgbClr val="20252A"/></a:solidFill><a:latin typeface="Arial"/></a:rPr><a:t>t5</a:t></a:r></a:p><a:p><a:rPr lang="en-US" sz="950"><a:solidFill><a:srgbClr val="20252A"/></a:solidFill><a:latin typeface="Arial"/></a:rPr><a:t>schematic frame</a:t></a:r></a:p>
  </p:txBody>
</p:sp>

<p:sp>
  <p:nvSpPr><p:cNvPr id="31" name="Shape 31"/>
    <p:cNvSpPr/><p:nvPr/></p:nvSpPr>
  <p:spPr>
    <a:xfrm><a:off x="1920240" y="5056631"/><a:ext cx="8686800" cy="256032"/></a:xfrm>
    <a:prstGeom prst="rect"><a:avLst/></a:prstGeom>
    <a:ln w="635"><a:solidFill><a:srgbClr val="D0D5D9"/></a:solidFill></a:ln>
    <a:noFill/>
  </p:spPr>
  <p:txBody><a:bodyPr wrap="square" rtlCol="0" anchor="ctr"/>
    <a:lstStyle/><a:p><a:pPr algn="ctr"/><a:r><a:rPr lang="en-US" sz="900"><a:solidFill><a:srgbClr val="6B737A"/></a:solidFill><a:latin typeface="Arial"/></a:rPr><a:t>task update and selective semantic revision</a:t></a:r></a:p>
  </p:txBody>
</p:sp>

  </p:spTree></p:cSld>
  <p:clrMapOvr><a:masterClrMapping/></p:clrMapOvr>
</p:sld>
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</Words>
  <Application>WPS 演示</Application>
  <PresentationFormat>On-screen Show (16:9)</PresentationFormat>
  <Paragraphs>51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Arimo</vt:lpstr>
      <vt:lpstr>FFont-Family</vt:lpstr>
      <vt:lpstr>Arimo</vt:lpstr>
      <vt:lpstr>Arimo</vt:lpstr>
      <vt:lpstr>Arial</vt:lpstr>
      <vt:lpstr>Calibri</vt:lpstr>
      <vt:lpstr>微软雅黑</vt:lpstr>
      <vt:lpstr>Arial Unicode MS</vt:lpstr>
      <vt:lpstr>等线</vt:lpstr>
      <vt:lpstr>MingLiU-ExtB</vt:lpstr>
      <vt:lpstr>Calibri</vt:lpstr>
      <vt:lpstr>Times New Roman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— Role-Shared Semantic Coordination</dc:title>
  <dc:creator>OpenAI</dc:creator>
  <dc:subject>Editable conversion of Figure 1</dc:subject>
  <cp:lastModifiedBy>薛建阳</cp:lastModifiedBy>
  <cp:revision>38</cp:revision>
  <dcterms:created xsi:type="dcterms:W3CDTF">2026-09-07T04:43:00Z</dcterms:created>
  <dcterms:modified xsi:type="dcterms:W3CDTF">2026-09-09T14:30:22Z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AD73301BFDED4614829CAB9534A26489_13</vt:lpwstr>
  </property>
  <property fmtid="{D5CDD505-2E9C-101B-9397-08002B2CF9AE}" pid="3" name="KSOProductBuildVer">
    <vt:lpwstr>2052-12.1.0.28505</vt:lpwstr>
  </property>
</Properties>
</file>