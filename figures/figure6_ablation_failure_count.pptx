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5759450" cy="47879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5774"/>
    <a:srgbClr val="843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2699" y="1143000"/>
            <a:ext cx="371260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572840" y="1143000"/>
            <a:ext cx="371232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575945" rtl="0" eaLnBrk="1" latinLnBrk="0" hangingPunct="1"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1pPr>
      <a:lvl2pPr marL="467995" indent="-17970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»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  <p:sp>
        <p:nvSpPr>
          <p:cNvPr id="10" name="Shape 10"/>
          <p:cNvSpPr/>
          <p:nvPr/>
        </p:nvSpPr>
        <p:spPr>
          <a:xfrm>
            <a:off x="320040" y="164592"/>
            <a:ext cx="11475720" cy="384048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2100" b="1">
                <a:solidFill>
                  <a:srgbClr val="20252A"/>
                </a:solidFill>
                <a:latin typeface="Arial"/>
              </a:rPr>
              <a:t>Figure 6  |  Ablation Failure Count</a:t>
            </a:r>
          </a:p>
        </p:txBody>
      </p:sp>
      <p:sp>
        <p:nvSpPr>
          <p:cNvPr id="11" name="Shape 11"/>
          <p:cNvSpPr/>
          <p:nvPr/>
        </p:nvSpPr>
        <p:spPr>
          <a:xfrm>
            <a:off x="914400" y="960120"/>
            <a:ext cx="1828800" cy="41148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20252A"/>
                </a:solidFill>
                <a:latin typeface="Arial"/>
              </a:rPr>
              <a:t>Invalid Capability</a:t>
            </a:r>
          </a:p>
        </p:txBody>
      </p:sp>
      <p:sp>
        <p:nvSpPr>
          <p:cNvPr id="12" name="Shape 12"/>
          <p:cNvSpPr/>
          <p:nvPr/>
        </p:nvSpPr>
        <p:spPr>
          <a:xfrm>
            <a:off x="91440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356FA8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13" name="Shape 13"/>
          <p:cNvSpPr/>
          <p:nvPr/>
        </p:nvSpPr>
        <p:spPr>
          <a:xfrm>
            <a:off x="141732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C47A36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14" name="Shape 14"/>
          <p:cNvSpPr/>
          <p:nvPr/>
        </p:nvSpPr>
        <p:spPr>
          <a:xfrm>
            <a:off x="192024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B44747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15" name="Shape 15"/>
          <p:cNvSpPr/>
          <p:nvPr/>
        </p:nvSpPr>
        <p:spPr>
          <a:xfrm>
            <a:off x="3657600" y="960120"/>
            <a:ext cx="1828800" cy="41148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20252A"/>
                </a:solidFill>
                <a:latin typeface="Arial"/>
              </a:rPr>
              <a:t>Execution Anomaly</a:t>
            </a:r>
          </a:p>
        </p:txBody>
      </p:sp>
      <p:sp>
        <p:nvSpPr>
          <p:cNvPr id="16" name="Shape 16"/>
          <p:cNvSpPr/>
          <p:nvPr/>
        </p:nvSpPr>
        <p:spPr>
          <a:xfrm>
            <a:off x="365760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356FA8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17" name="Shape 17"/>
          <p:cNvSpPr/>
          <p:nvPr/>
        </p:nvSpPr>
        <p:spPr>
          <a:xfrm>
            <a:off x="416052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C47A36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18" name="Shape 18"/>
          <p:cNvSpPr/>
          <p:nvPr/>
        </p:nvSpPr>
        <p:spPr>
          <a:xfrm>
            <a:off x="466344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B44747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19" name="Shape 19"/>
          <p:cNvSpPr/>
          <p:nvPr/>
        </p:nvSpPr>
        <p:spPr>
          <a:xfrm>
            <a:off x="6400800" y="960120"/>
            <a:ext cx="1828800" cy="41148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20252A"/>
                </a:solidFill>
                <a:latin typeface="Arial"/>
              </a:rPr>
              <a:t>Assignment Conflict</a:t>
            </a:r>
          </a:p>
        </p:txBody>
      </p:sp>
      <p:sp>
        <p:nvSpPr>
          <p:cNvPr id="20" name="Shape 20"/>
          <p:cNvSpPr/>
          <p:nvPr/>
        </p:nvSpPr>
        <p:spPr>
          <a:xfrm>
            <a:off x="640080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356FA8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21" name="Shape 21"/>
          <p:cNvSpPr/>
          <p:nvPr/>
        </p:nvSpPr>
        <p:spPr>
          <a:xfrm>
            <a:off x="690372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C47A36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22" name="Shape 22"/>
          <p:cNvSpPr/>
          <p:nvPr/>
        </p:nvSpPr>
        <p:spPr>
          <a:xfrm>
            <a:off x="740664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B44747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23" name="Shape 23"/>
          <p:cNvSpPr/>
          <p:nvPr/>
        </p:nvSpPr>
        <p:spPr>
          <a:xfrm>
            <a:off x="9144000" y="960120"/>
            <a:ext cx="1828800" cy="41148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20252A"/>
                </a:solidFill>
                <a:latin typeface="Arial"/>
              </a:rPr>
              <a:t>Task Timeout</a:t>
            </a:r>
          </a:p>
        </p:txBody>
      </p:sp>
      <p:sp>
        <p:nvSpPr>
          <p:cNvPr id="24" name="Shape 24"/>
          <p:cNvSpPr/>
          <p:nvPr/>
        </p:nvSpPr>
        <p:spPr>
          <a:xfrm>
            <a:off x="914400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356FA8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25" name="Shape 25"/>
          <p:cNvSpPr/>
          <p:nvPr/>
        </p:nvSpPr>
        <p:spPr>
          <a:xfrm>
            <a:off x="964692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C47A36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26" name="Shape 26"/>
          <p:cNvSpPr/>
          <p:nvPr/>
        </p:nvSpPr>
        <p:spPr>
          <a:xfrm>
            <a:off x="10149840" y="1828800"/>
            <a:ext cx="365760" cy="1417320"/>
          </a:xfrm>
          <a:prstGeom prst="rect">
            <a:avLst/>
          </a:prstGeom>
          <a:ln w="635">
            <a:solidFill>
              <a:srgbClr val="20252A"/>
            </a:solidFill>
          </a:ln>
          <a:solidFill>
            <a:srgbClr val="B44747"/>
          </a:solidFill>
        </p:spPr>
        <p:txBody>
          <a:bodyPr wrap="square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***</a:t>
            </a:r>
          </a:p>
        </p:txBody>
      </p:sp>
      <p:sp>
        <p:nvSpPr>
          <p:cNvPr id="27" name="Shape 27"/>
          <p:cNvSpPr/>
          <p:nvPr/>
        </p:nvSpPr>
        <p:spPr>
          <a:xfrm>
            <a:off x="1828800" y="3886200"/>
            <a:ext cx="2103120" cy="32004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20252A"/>
                </a:solidFill>
                <a:latin typeface="Arial"/>
              </a:rPr>
              <a:t>Ours</a:t>
            </a:r>
          </a:p>
        </p:txBody>
      </p:sp>
      <p:sp>
        <p:nvSpPr>
          <p:cNvPr id="28" name="Shape 28"/>
          <p:cNvSpPr/>
          <p:nvPr/>
        </p:nvSpPr>
        <p:spPr>
          <a:xfrm>
            <a:off x="4572000" y="3886200"/>
            <a:ext cx="2103120" cy="32004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20252A"/>
                </a:solidFill>
                <a:latin typeface="Arial"/>
              </a:rPr>
              <a:t>w/o Role Separation</a:t>
            </a:r>
          </a:p>
        </p:txBody>
      </p:sp>
      <p:sp>
        <p:nvSpPr>
          <p:cNvPr id="29" name="Shape 29"/>
          <p:cNvSpPr/>
          <p:nvPr/>
        </p:nvSpPr>
        <p:spPr>
          <a:xfrm>
            <a:off x="7315200" y="3886200"/>
            <a:ext cx="2103120" cy="320040"/>
          </a:xfrm>
          <a:prstGeom prst="rect">
            <a:avLst/>
          </a:prstGeom>
          <a:ln w="635">
            <a:solidFill>
              <a:srgbClr val="D0D5D9"/>
            </a:solidFill>
          </a:ln>
          <a:noFill/>
        </p:spPr>
        <p:txBody>
          <a:bodyPr wrap="square" rtlCol="0" anchor="ctr"/>
          <a:lstStyle/>
          <a:p>
            <a:pPr algn="ctr"/>
            <a:r>
              <a:rPr lang="en-US" sz="1050" b="1">
                <a:solidFill>
                  <a:srgbClr val="20252A"/>
                </a:solidFill>
                <a:latin typeface="Arial"/>
              </a:rPr>
              <a:t>w/o Selective Replanning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On-screen Show (16:9)</PresentationFormat>
  <Paragraphs>51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Arimo</vt:lpstr>
      <vt:lpstr>FFont-Family</vt:lpstr>
      <vt:lpstr>Arimo</vt:lpstr>
      <vt:lpstr>Arimo</vt:lpstr>
      <vt:lpstr>Arial</vt:lpstr>
      <vt:lpstr>Calibri</vt:lpstr>
      <vt:lpstr>微软雅黑</vt:lpstr>
      <vt:lpstr>Arial Unicode MS</vt:lpstr>
      <vt:lpstr>等线</vt:lpstr>
      <vt:lpstr>MingLiU-ExtB</vt:lpstr>
      <vt:lpstr>Calibri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— Role-Shared Semantic Coordination</dc:title>
  <dc:creator>OpenAI</dc:creator>
  <dc:subject>Editable conversion of Figure 1</dc:subject>
  <cp:lastModifiedBy>薛建阳</cp:lastModifiedBy>
  <cp:revision>38</cp:revision>
  <dcterms:created xsi:type="dcterms:W3CDTF">2026-09-07T04:43:00Z</dcterms:created>
  <dcterms:modified xsi:type="dcterms:W3CDTF">2026-09-09T14:30:22Z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AD73301BFDED4614829CAB9534A26489_13</vt:lpwstr>
  </property>
  <property fmtid="{D5CDD505-2E9C-101B-9397-08002B2CF9AE}" pid="3" name="KSOProductBuildVer">
    <vt:lpwstr>2052-12.1.0.28505</vt:lpwstr>
  </property>
</Properties>
</file>